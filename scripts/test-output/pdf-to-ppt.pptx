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0"/>
            <a:ext cx="7306056" cy="48391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0"/>
            <a:ext cx="7306056" cy="48391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test-a</dc:title>
  <dc:subject>PptxGenJS Presentation</dc:subject>
  <dc:creator>Pixelmint.fun</dc:creator>
  <cp:lastModifiedBy>Pixelmint.fun</cp:lastModifiedBy>
  <cp:revision>1</cp:revision>
  <dcterms:created xsi:type="dcterms:W3CDTF">2026-08-27T18:24:43Z</dcterms:created>
  <dcterms:modified xsi:type="dcterms:W3CDTF">2026-08-27T18:24:43Z</dcterms:modified>
</cp:coreProperties>
</file>